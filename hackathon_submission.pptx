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600" b="1">
                <a:solidFill>
                  <a:srgbClr val="FFFFFF"/>
                </a:solidFill>
              </a:defRPr>
            </a:pPr>
            <a:r>
              <a:t>Team Name : Prabhjot Kaur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400" b="1">
                <a:solidFill>
                  <a:srgbClr val="FFFFFF"/>
                </a:solidFill>
              </a:defRPr>
            </a:pPr>
            <a:r>
              <a:t>Problem Statement : Supply Chain Ontology &amp; Governed Conversational Analytics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600" b="1">
                <a:solidFill>
                  <a:srgbClr val="FFFFFF"/>
                </a:solidFill>
              </a:defRPr>
            </a:pPr>
            <a:r>
              <a:t>Team Leader Name : Prabhjot Kaur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600" b="1">
                <a:solidFill>
                  <a:srgbClr val="FFFFFF"/>
                </a:solidFill>
              </a:defRPr>
            </a:pPr>
            <a:r>
              <a:t>Team Size : 1 (Solo)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ct val="55000"/>
              <a:buFont typeface="Arial"/>
              <a:buNone/>
              <a:defRPr sz="2600" b="1">
                <a:solidFill>
                  <a:srgbClr val="29B5E8"/>
                </a:solidFill>
              </a:defRPr>
            </a:pPr>
            <a:r>
              <a:t>Problem Brief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>
              <a:spcAft>
                <a:spcPts val="100"/>
              </a:spcAft>
              <a:defRPr sz="1400" b="1">
                <a:solidFill>
                  <a:srgbClr val="FFFFFF"/>
                </a:solidFill>
              </a:defRPr>
            </a:pPr>
            <a:r>
              <a:t>THE BUSINESS PROBLEM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Supply chain teams — procurement, planning, logistics — each query the same data but define metrics differently. OTD%, fill rate, DOI, and landed cost get calculated inconsistently across spreadsheets, BI tools, and ad-hoc SQL. This leads to conflicting reports, slow decisions, and zero trust in the numbers.</a:t>
            </a:r>
          </a:p>
          <a:p>
            <a:pPr>
              <a:spcAft>
                <a:spcPts val="1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100"/>
              </a:spcAft>
              <a:defRPr sz="1400" b="1">
                <a:solidFill>
                  <a:srgbClr val="29B5E8"/>
                </a:solidFill>
              </a:defRPr>
            </a:pPr>
            <a:r>
              <a:t>TARGET PERSONAS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• Procurement Manager — needs supplier scorecards, cost trends, reorder decisions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• Planning Analyst — needs inventory health, demand forecasts, fulfillment risk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• Logistics Coordinator — needs shipment tracking, delay detection, expedite actions</a:t>
            </a:r>
          </a:p>
          <a:p>
            <a:pPr>
              <a:spcAft>
                <a:spcPts val="1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100"/>
              </a:spcAft>
              <a:defRPr sz="1400" b="1">
                <a:solidFill>
                  <a:srgbClr val="FFFFFF"/>
                </a:solidFill>
              </a:defRPr>
            </a:pPr>
            <a:r>
              <a:t>THE PAIN POINT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Each persona manually pulls data, applies their own metric formulas, and reconciles with other teams. An OTD% from logistics doesn't match procurement's version. No governed single source of truth exists.</a:t>
            </a:r>
          </a:p>
          <a:p>
            <a:pPr>
              <a:spcAft>
                <a:spcPts val="1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100"/>
              </a:spcAft>
              <a:defRPr sz="1400" b="1">
                <a:solidFill>
                  <a:srgbClr val="4EC9B0"/>
                </a:solidFill>
              </a:defRPr>
            </a:pPr>
            <a:r>
              <a:t>OUR SOLUTION</a:t>
            </a:r>
          </a:p>
          <a:p>
            <a:pPr>
              <a:spcAft>
                <a:spcPts val="100"/>
              </a:spcAft>
              <a:defRPr sz="1100" b="0">
                <a:solidFill>
                  <a:srgbClr val="FFFFFF"/>
                </a:solidFill>
              </a:defRPr>
            </a:pPr>
            <a:r>
              <a:t>A governed semantic ontology on Snowflake with CoCo-built agents that enforce canonical metric definitions across all personas. Natural language queries return consistent, trustworthy answers — and agents can ACT (create POs, expedite shipments, file Jira tickets, send emails) with full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Solution Overview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End-to-end governed conversational analytics on Snowflake, built entirely with CoCo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400" b="1">
                <a:solidFill>
                  <a:srgbClr val="29B5E8"/>
                </a:solidFill>
              </a:defRPr>
            </a:pPr>
            <a:r>
              <a:t>WHAT WE BUILT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Data Layer          10 base tables, 565+ rows of synthetic supply chain data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Pipeline Layer      4 INCREMENTAL Dynamic Tables + 1 risk-scoring View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Semantic Layer      Semantic View with 4 canonical metrics (OTD%, Fill Rate%, DOI, Landed Cost)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Agent Layer         4 Cortex Agents (1 primary router + 3 domain specialists)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Skills Layer        5 reusable SKILL.md files on internal stage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Custom Tools        5 SPs/UDFs (scorecard, PO creation, expedite, rating, alert-jira link)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MCP Integration     Atlassian Jira (ticket creation) + Gmail (email delivery)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Automations         3 CoCo scheduled daily briefs with Gmail MCP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Streamlit App       Real-time supply chain dashboard deployed on Snowflake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Governance          Column masking policies, 5-role RBAC, agent guardrails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4EC9B0"/>
                </a:solidFill>
              </a:defRPr>
            </a:pPr>
            <a:r>
              <a:t>TOTAL: 52+ Snowflake objects deployed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Architecture Diagram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Data flow from source tables through governed semantic layer to multi-agent conversational interface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" y="868680"/>
            <a:ext cx="8412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DATA SOURCES (10 Tables)                                              │</a:t>
            </a:r>
            <a:br/>
            <a:r>
              <a:t>│  Suppliers │ Parts │ Plants │ Customers │ Inventory                    │</a:t>
            </a:r>
            <a:br/>
            <a:r>
              <a:t>│  Shipments │ Shipment_Lines │ Orders │ Order_Lines │ Alerts            │</a:t>
            </a:r>
            <a:br/>
            <a:r>
              <a:t>└────────────────────────────┬────────────────────────────────────────────┘</a:t>
            </a:r>
            <a:br/>
            <a:r>
              <a:t>                             │  INCREMENTAL Refresh</a:t>
            </a:r>
            <a:br/>
            <a:r>
              <a:t>┌────────────────────────────▼────────────────────────────────────────────┐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DYNAMIC TABLES (Pipeline Layer)                                       │</a:t>
            </a:r>
            <a:br/>
            <a:r>
              <a:t>│  DT_Delivery_Perf │ DT_Inventory_Position │ DT_Landed_Cost            │</a:t>
            </a:r>
            <a:br/>
            <a:r>
              <a:t>│  DT_Order_Fulfillment ──► V_Order_Fulfillment (risk scoring view)     │</a:t>
            </a:r>
            <a:br/>
            <a:r>
              <a:t>└────────────────────────────┬────────────────────────────────────────────┘</a:t>
            </a:r>
            <a:br/>
            <a:r>
              <a:t>                             │  Stream + Task (triggered alerts)</a:t>
            </a:r>
            <a:br/>
            <a:r>
              <a:t>┌────────────────────────────▼────────────────────────────────────────────┐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SEMANTIC VIEW  (SUPPLY_CHAIN_ONTOLOGY)                                │</a:t>
            </a:r>
            <a:br/>
            <a:r>
              <a:t>│  Canonical Metrics: OTD% │ Fill Rate% │ DOI │ Landed Cost             │</a:t>
            </a:r>
            <a:br/>
            <a:r>
              <a:t>│  + Verified Queries for each persona                                   │</a:t>
            </a:r>
            <a:br/>
            <a:r>
              <a:t>└────────────────────────────┬────────────────────────────────────────────┘</a:t>
            </a:r>
            <a:br/>
            <a:r>
              <a:t>                             │</a:t>
            </a:r>
            <a:br/>
            <a:r>
              <a:t>┌────────────────────────────▼────────────────────────────────────────────┐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CORTEX AGENTS (Multi-Agent)                 ┌─────────────────────┐   │</a:t>
            </a:r>
            <a:br/>
            <a:r>
              <a:t>│  SUPPLY_CHAIN_AGENT (Router)  ◄──────────────┤ MCP: Jira + Gmail   │   │</a:t>
            </a:r>
            <a:br/>
            <a:r>
              <a:t>│    ├── PROCUREMENT_AGENT + 3 skills          └─────────────────────┘   │</a:t>
            </a:r>
            <a:br/>
            <a:r>
              <a:t>│    ├── PLANNING_AGENT + 2 skills                                       │</a:t>
            </a:r>
            <a:br/>
            <a:r>
              <a:t>│    └── LOGISTICS_AGENT + 1 skill + expedite tools                     │</a:t>
            </a:r>
            <a:br/>
            <a:r>
              <a:t>└────────────────────────────┬────────────────────────────────────────────┘</a:t>
            </a:r>
            <a:br/>
            <a:r>
              <a:t>                             │</a:t>
            </a:r>
            <a:br/>
            <a:r>
              <a:t>┌────────────────────────────▼────────────────────────────────────────────┐</a:t>
            </a:r>
            <a:br/>
            <a:r>
              <a:t>│  SURFACES: Snowsight Cloud Agents │ Streamlit Dashboard │ CoCo CLI    │</a:t>
            </a:r>
            <a:br/>
            <a:r>
              <a:t>│  CoCo Automations (3 daily briefs, weekday schedule, Gmail delivery)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Data Foundation &amp; Pipeline Creation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Synthetic data generation + INCREMENTAL Dynamic Tables + Stream-triggered alerts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SYNTHETIC DATA GENERATION (built entirely with CoCo)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565+ rows across 10 referentially consistent tables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25 suppliers (15 countries), 30 parts (12 categories), 10 plants (8 countries)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80 shipments spanning Jul-Oct 2026 with realistic carrier/freight data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80 orders, 150 order lines with partial fulfillment for risk scenarios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Historical data for ML FORECAST model training (DEMAND_FORECAST_MODEL)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INCREMENTAL DYNAMIC TABLES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4 DTs with explicit REFRESH_MODE = INCREMENTAL (not FULL)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Challenge: CURRENT_DATE() blocks incremental refresh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Solution: DT stores raw data, V_ORDER_FULFILLMENT view computes risk scores at query time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Stream on DT_ORDER_FULFILLMENT triggers TASK_ORDER_RISK_ALERT for real-time monitoring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1">
                <a:solidFill>
                  <a:srgbClr val="4EC9B0"/>
                </a:solidFill>
              </a:defRPr>
            </a:pPr>
            <a:r>
              <a:t>PIPELINE: Tables → DTs (incremental) → View (live risk) → Stream → Task →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Semantic Model &amp; Ontology Authoring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Single source of truth: 4 canonical metrics enforced across all personas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SEMANTIC VIEW: SUPPLY_CHAIN_ONTOLOGY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Built with CoCo using SYSTEM$CREATE_SEMANTIC_VIEW_FROM_YAML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References 4 Dynamic Tables + 1 View as logical tables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Cortex Analyst generates SQL from natural language questions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4 CANONICAL METRICS (consistent across all personas)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OTD%        = on_time_count / total_shipments × 100  (delivery performance)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Fill Rate%  = fulfilled_qty / ordered_qty × 100  (order fulfillment)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DOI         = on_hand_qty / avg_daily_demand  (inventory coverage)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Landed Cost = material + freight_per_unit + duty_per_unit  (total cost)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VERIFIED QUERIES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Pre-validated SQL for common questions per persona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Verified at epoch timestamp for audit trail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Agent always returns the same answer for the same question — no metric drift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1">
                <a:solidFill>
                  <a:srgbClr val="4EC9B0"/>
                </a:solidFill>
              </a:defRPr>
            </a:pPr>
            <a:r>
              <a:t>Cross-persona consistency: Procurement, Planning, and Logistics see identical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4 Cortex Agents with intelligent routing, shared semantic view, and domain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AGENT ARCHITECTURE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SUPPLY_CHAIN_AGENT (Primary Router)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Routes by domain: procurement → PROCUREMENT_TOOLS, planning → PLANNING_TOOLS,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  logistics → LOGISTICS_TOOLS (via agent_toolset references)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Direct access to all 5 custom tools + Cortex Analyst + data_to_chart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• Both MCP servers (Jira + Gmail) for cross-cutting actions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PROCUREMENT_AGENT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Skills: supplier_scorecard, cost_analyzer, reorder_advisor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Tools: GENERATE_SCORECARD, CREATE_PURCHASE_ORDER, UPDATE_SUPPLIER_RATING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PLANNING_AGENT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Skills: demand_planner, reorder_advisor    Tools: Cortex Analyst only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LOGISTICS_AGENT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Skills: shipment_tracker    Tools: TRIGGER_EXPEDITE, UPDATE_ALERT_JIRA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Workflow: Guardrails → DB write → Jira MCP → Link ticket → Confirm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Custom Tools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5 registered tools with input validation, confirmation gates, and governed write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CUSTOM TOOLS (type: generic + input_schema + execution_environment)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GENERATE_SCORECARD (UDF, read-only)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Computes composite supplier score (0-10) from OTD, quality, cost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CREATE_PURCHASE_ORDER (SP, write)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Validates part/supplier exist, generates PO-XXXX ID, inserts to PO table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UPDATE_SUPPLIER_RATING (SP, write)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Max 1-tier change, requires reason, audit trail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TRIGGER_EXPEDITE (SP, write)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48h duplicate check, 3x escalation cap, updates source + inserts alert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UPDATE_ALERT_JIRA (SP, write)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Links real Jira ticket key (e.g. SCRUM-123) to alert after MCP call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FFD700"/>
                </a:solidFill>
              </a:defRPr>
            </a:pPr>
            <a:r>
              <a:t>GUARDRAIL CHAIN (every write action)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1. Input validation (type, existence, range)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2. Business rule check (duplicates, caps, tier limits)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3. User confirmation required (agent presents proposal first)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4. Structured return message (SUCCESS/ERROR/GUARDRAIL prefix)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5. If stale or insufficient data → agent discloses, does NOT guess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MCP Connectors: Jira &amp; Gmail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Agents read from and act across external tools — not just text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ATLASSIAN MCP (SUPPLY_CHAIN_DB.SCM.ATLASSIAN_MCP)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Connected to Jira project: SCRUM (os93152.atlassian.net)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Agent creates real Jira tickets after expedites and PO creation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Ticket key stored back in Snowflake via UPDATE_ALERT_JIRA SP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EXPEDITE WORKFLOW (end-to-end with MCP)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User: "Expedite shipment SH011"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1. Agent calls TRIGGER_EXPEDITE → guardrails pass → DB updated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2. Agent calls ATLASSIAN_MCP → creates Jira ticket SCRUM-XXX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3. Agent calls UPDATE_ALERT_JIRA(SH011, SCRUM-XXX) → links ticket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4. Agent confirms: "Expedited. Jira SCRUM-XXX created and linked."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GMAIL MCP (SUPPLY_CHAIN_DB.SCM.GMAIL)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Attached to all 3 CoCo automations for daily brief email delivery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Sends formatted reports to os93152@gmail.com each weekday morning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Also available on SUPPLY_CHAIN_AGENT for ad-hoc email notifications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1">
                <a:solidFill>
                  <a:srgbClr val="4EC9B0"/>
                </a:solidFill>
              </a:defRPr>
            </a:pPr>
            <a:r>
              <a:t>Clean separation: SPs handle guardrails + DB writes, Agents handle MCP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CoCo Automations &amp; Scheduled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3 unattended daily briefs with Gmail delivery — the solution operates on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3 TEAM-BASED DAILY BRIEFS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LOGISTICS DAILY BRIEF — Weekdays 7:30 AM IST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Shipment status (ON_TRACK/AT_RISK/DELAYED), carrier OTD%, expedite tracker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Order impact from delayed shipments, risk escalation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PLANNING DAILY BRIEF — Weekdays 8:00 AM IST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Inventory health (CRITICAL/WARNING/WATCH/HEALTHY), fulfillment status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Demand vs stock gap analysis, forecast model staleness check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1">
                <a:solidFill>
                  <a:srgbClr val="00D4FF"/>
                </a:solidFill>
              </a:defRPr>
            </a:pPr>
            <a:r>
              <a:t>PROCUREMENT DAILY BRIEF — Weekdays 8:30 AM IST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Supplier scorecards, landed cost trends (7d vs 30d), reorder candidates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Open procurement alerts, cost driver breakdown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DELIVERY &amp; MONITORING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Each brief sent via Gmail MCP to team inbox (--mcp SUPPLY_CHAIN_DB.SCM.GMAIL)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Machine-parseable status line: LOGISTICS_DAILY_BRIEF_OK delayed=N ...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Unattended: no clarifying questions, autonomous SQL + report generation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• Created via: cortex automation create --schedule "weekdays at 7:30am" --timezone Asia/Kolkata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Streamlit Dashboard &amp; Reusable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Interactive monitoring app + 5 published skills for agent specialization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STREAMLIT DASHBOARD (deployed on Snowflake)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4 tabs: Executive Summary, Inventory, Logistics, Procurement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Real-time data from V_ORDER_FULFILLMENT (live risk scores)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Color-coded risk indicators, shipment classification, cost trends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Dynamic filtering by plant, supplier, time range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5 REUSABLE SKILLS (YAML frontmatter, stage-hosted)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supplier_scorecard    → Evaluate and rank suppliers by composite score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cost_analyzer         → Break down landed cost drivers per supplier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reorder_advisor       → Identify reorder candidates and recommend suppliers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demand_planner        → Forecast demand using ML FORECAST model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shipment_tracker      → Classify shipments and detect delays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Each skill has YAML frontmatter (name, description) and is uploaded to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@SUPPLY_CHAIN_DB.SCM.SKILL_STAGE/skills/&lt;name&gt;/SKILL.md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Referenced in agent specs via: skills: [{name: X, source: {type: STAGE, path: ...}}]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Data Governance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Column masking, role hierarchy, and agent-safe access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5-ROLE HIERARCHY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SUPPLY_CHAIN_ADMIN — full access, DDL, policy management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SC_AGENT_ROLE — agent execution role, all tools and semantic view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PROCUREMENT_ROLE — procurement agent + scorecard + PO tools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PLANNING_ROLE — planning agent + forecast model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LOGISTICS_ROLE — logistics agent + expedite tools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COLUMN MASKING POLICIES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Sensitive columns (freight_cost, unit_cost, unit_price) masked by role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CASE on CURRENT_ROLE() — ADMIN and AGENT roles see real values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Domain roles see their own data, masked for others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AGENT GUARDRAILS (governed behavior)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All write operations require user confirmation before execution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Structured error returns: ERROR / GUARDRAIL_DUPLICATE / GUARDRAIL_ESCALATION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Stale or insufficient data → agent discloses limitation, does not fabricate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Budget limits: 60s timeout, 32K token cap per agent interaction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tool_not_accessible: accept — graceful fallback when tools unavailable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Impact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Measurable outcomes, scalability, and real-world deployment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MEASURABLE OUTCOMES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Metric consistency: 100% — all 3 teams now use identical OTD%, Fill Rate%, DOI, Landed Cost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Time to insight: Minutes (natural language) vs hours (manual SQL + spreadsheet reconciliation)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Action latency: Expedite + Jira ticket + DB update in one conversation turn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Report delivery: Automated daily briefs replace manual morning standup prep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Governance coverage: Every write action has guardrails; no unvalidated data mutation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SCALABILITY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Add new personas: Create a new sub-agent + skill, register as agent_toolset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Add data sources: New tables feed into DTs automatically (INCREMENTAL refresh)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Add metrics: Extend semantic view YAML — all agents pick up changes immediately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Add integrations: Attach new MCP servers (Slack, ServiceNow, SAP) to agents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BEYOND THE DEMO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Production: Replace synthetic data with real ERP/WMS feeds via Snowpipe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Enterprise: Connect to SAP, Oracle, or NetSuite via MCP for live data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• Cross-surface: Same agents work in CoCo CLI, Snowsight, Desktop, and Slackbot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</a:defRPr>
            </a:pPr>
            <a:r>
              <a:t>Solution Completeness: 52+ Objects Deployed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CCCCCC"/>
                </a:solidFill>
              </a:defRPr>
            </a:pPr>
            <a:r>
              <a:t>Every CoCo capability demonstrated — from data generation to cross-tool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29B5E8"/>
                </a:solidFill>
              </a:defRPr>
            </a:pPr>
            <a:r>
              <a:t>SNOWFLAKE OBJECTS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10 Base Tables          4 Dynamic Tables (INCREMENTAL)    1 View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1 Semantic View         4 Cortex Agents                   5 Skills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4 Stored Procedures     1 UDF                             3 Automations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1 Stream + 1 Task       2 MCP Servers                     5 Roles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3 Masking Policies      3 Stages                          1 Streamlit App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  1 ML FORECAST Model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300" b="1">
                <a:solidFill>
                  <a:srgbClr val="FFD700"/>
                </a:solidFill>
              </a:defRPr>
            </a:pPr>
            <a:r>
              <a:t>CoCo FEATURES DEMONSTRATED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Synthetic data generation (565+ rows, referentially consistent)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Data pipeline creation (INCREMENTAL DTs, streams, tasks)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Semantic model &amp; ontology authoring (verified queries, canonical metrics)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Streamlit report generation (4-tab dashboard)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MCP connectors (Jira + Gmail — read AND write actions)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Reusable &amp; shareable skills (5 skills with YAML frontmatter)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Automations &amp; scheduled runs (3 daily briefs, weekday cadence)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Custom tools &amp; function calling (5 SPs/UDFs with input schemas)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Multi-agent orchestration (4 agents, agent_toolset routing)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100" b="0">
                <a:solidFill>
                  <a:srgbClr val="FFFFFF"/>
                </a:solidFill>
              </a:defRPr>
            </a:pPr>
            <a:r>
              <a:t>  ✓  Guardrails &amp; graceful fallback (48h dedup, escalation caps, disclosure)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371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9B5E8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9B5E8"/>
                </a:solidFill>
              </a:defRPr>
            </a:pPr>
            <a:r>
              <a:t>Supply Chain Ontology &amp; Governed Conversational Analytics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Built entirely with Snowflake CoCo CLI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Prabhjot Kaur  •  Solo Team  •  GCC Edition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400" b="1">
                <a:solidFill>
                  <a:srgbClr val="4EC9B0"/>
                </a:solidFill>
              </a:defRPr>
            </a:pPr>
            <a:r>
              <a:t>52+ Snowflake objects  •  4 Cortex Agents  •  2 MCP Servers</a:t>
            </a:r>
          </a:p>
          <a:p>
            <a:pPr algn="ctr">
              <a:defRPr sz="1400" b="1">
                <a:solidFill>
                  <a:srgbClr val="4EC9B0"/>
                </a:solidFill>
              </a:defRPr>
            </a:pPr>
            <a:r>
              <a:t>5 Reusable Skills  •  3 Automations  •  1 Semantic Ontology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